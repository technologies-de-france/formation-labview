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"/>
  </p:notesMasterIdLst>
  <p:handoutMasterIdLst>
    <p:handoutMasterId r:id="rId9"/>
  </p:handoutMasterIdLst>
  <p:sldIdLst>
    <p:sldId id="337" r:id="rId2"/>
    <p:sldId id="429" r:id="rId3"/>
    <p:sldId id="495" r:id="rId4"/>
    <p:sldId id="422" r:id="rId5"/>
    <p:sldId id="423" r:id="rId6"/>
    <p:sldId id="39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2F2F2"/>
    <a:srgbClr val="FFFFFF"/>
    <a:srgbClr val="303030"/>
    <a:srgbClr val="13162A"/>
    <a:srgbClr val="2A1613"/>
    <a:srgbClr val="424242"/>
    <a:srgbClr val="C5161B"/>
    <a:srgbClr val="B3B2B2"/>
    <a:srgbClr val="1D8F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540" autoAdjust="0"/>
  </p:normalViewPr>
  <p:slideViewPr>
    <p:cSldViewPr snapToGrid="0">
      <p:cViewPr varScale="1">
        <p:scale>
          <a:sx n="84" d="100"/>
          <a:sy n="84" d="100"/>
        </p:scale>
        <p:origin x="1632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2601A92-4F22-6D7F-6C2D-01EEBEE984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25481A6-8230-E2F3-EE68-FBB89C30D2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C0614-433A-4636-8147-8DA2A0094A27}" type="datetimeFigureOut">
              <a:rPr lang="fr-FR" smtClean="0"/>
              <a:t>02/11/2024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F133A1B-8FF4-46A5-F8DD-BF4D982C72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EE9414-3220-507D-CA3F-3B9DDF89B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8FCA5-1245-41E9-9706-A344A4889C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936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7D3A4-DA68-4781-A320-4187DDEB23D2}" type="datetimeFigureOut">
              <a:rPr lang="fr-FR" smtClean="0"/>
              <a:t>02/11/2024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F4ED9-BFD2-46DB-930A-08E21053BA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95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Chaine </a:t>
            </a:r>
            <a:r>
              <a:rPr lang="fr-FR" dirty="0" err="1"/>
              <a:t>youtube</a:t>
            </a:r>
            <a:r>
              <a:rPr lang="fr-FR" dirty="0"/>
              <a:t> de technologies de France ou on aborde la programmation sous LabVIEW dans toutes ses formes, Bonne pratique,</a:t>
            </a:r>
            <a:br>
              <a:rPr lang="fr-FR" dirty="0"/>
            </a:br>
            <a:r>
              <a:rPr lang="fr-FR" dirty="0"/>
              <a:t>Formation allant des débutant au expert. L’intégralité des VI sont disponible sur le </a:t>
            </a:r>
            <a:r>
              <a:rPr lang="fr-FR" dirty="0" err="1"/>
              <a:t>Github</a:t>
            </a:r>
            <a:r>
              <a:rPr lang="fr-FR" dirty="0"/>
              <a:t> de technologies de France </a:t>
            </a:r>
            <a:br>
              <a:rPr lang="fr-FR" dirty="0"/>
            </a:br>
            <a:r>
              <a:rPr lang="fr-FR" dirty="0"/>
              <a:t>Vous pouvez également nous suivre sur </a:t>
            </a:r>
            <a:r>
              <a:rPr lang="fr-FR" dirty="0" err="1"/>
              <a:t>Linkedin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543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outil de test d’API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2581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dirty="0"/>
              <a:t>Les requêtes </a:t>
            </a:r>
            <a:r>
              <a:rPr lang="fr-FR" sz="1800" b="1" dirty="0"/>
              <a:t>GET</a:t>
            </a:r>
            <a:r>
              <a:rPr lang="fr-FR" sz="1800" dirty="0"/>
              <a:t>, </a:t>
            </a:r>
            <a:r>
              <a:rPr lang="fr-FR" sz="1800" b="1" dirty="0"/>
              <a:t>POST</a:t>
            </a:r>
            <a:r>
              <a:rPr lang="fr-FR" sz="1800" dirty="0"/>
              <a:t>, </a:t>
            </a:r>
            <a:r>
              <a:rPr lang="fr-FR" sz="1800" b="1" dirty="0"/>
              <a:t>PUT</a:t>
            </a:r>
            <a:r>
              <a:rPr lang="fr-FR" sz="1800" dirty="0"/>
              <a:t>, </a:t>
            </a:r>
            <a:r>
              <a:rPr lang="fr-FR" sz="1800" b="1" dirty="0"/>
              <a:t>PATCH</a:t>
            </a:r>
            <a:r>
              <a:rPr lang="fr-FR" sz="1800" dirty="0"/>
              <a:t>, et </a:t>
            </a:r>
            <a:r>
              <a:rPr lang="fr-FR" sz="1800" b="1" dirty="0"/>
              <a:t>DELETE</a:t>
            </a:r>
            <a:r>
              <a:rPr lang="fr-FR" sz="1800" dirty="0"/>
              <a:t> sont appelées des </a:t>
            </a:r>
            <a:r>
              <a:rPr lang="fr-FR" sz="1800" b="1" dirty="0"/>
              <a:t>méthodes HTTP</a:t>
            </a:r>
            <a:r>
              <a:rPr lang="fr-FR" sz="1800" dirty="0"/>
              <a:t>. Elles sont utilisées pour indiquer l'action que le client souhaite effectuer sur la ressource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887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095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BDA557-6629-4082-8F8A-175FD7D9A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F4500-D31D-4FE6-A267-65867307D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69453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99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01D20E-5D62-68CF-24D5-ACCA22091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0808B4-0EBC-0ADC-4E38-FF91154C3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7ED29E-3D49-C2A6-248A-8CC42E67B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CF9-EE97-4FF1-BDDD-83098AC1BF3D}" type="datetimeFigureOut">
              <a:rPr lang="fr-FR" smtClean="0"/>
              <a:t>02/11/2024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760BD2-3447-DFE5-6F6E-04B5C1E4B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E05046-FD4C-DE95-BA96-8C122B7F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AF71-5F91-4042-B59A-086748D08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30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17356EA-1477-46BE-B6FD-5DFDC9A93666}"/>
              </a:ext>
            </a:extLst>
          </p:cNvPr>
          <p:cNvSpPr/>
          <p:nvPr userDrawn="1"/>
        </p:nvSpPr>
        <p:spPr>
          <a:xfrm>
            <a:off x="0" y="6472406"/>
            <a:ext cx="12192000" cy="385594"/>
          </a:xfrm>
          <a:prstGeom prst="rect">
            <a:avLst/>
          </a:prstGeom>
          <a:solidFill>
            <a:srgbClr val="131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FE5498C-86E0-4D1D-96FB-13E77ECDEB71}"/>
              </a:ext>
            </a:extLst>
          </p:cNvPr>
          <p:cNvSpPr txBox="1"/>
          <p:nvPr userDrawn="1"/>
        </p:nvSpPr>
        <p:spPr>
          <a:xfrm>
            <a:off x="8395855" y="6528170"/>
            <a:ext cx="3629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y.menjour@technologies-france.com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824A00-C672-4E54-8C91-9BAC4E36143B}"/>
              </a:ext>
            </a:extLst>
          </p:cNvPr>
          <p:cNvSpPr/>
          <p:nvPr userDrawn="1"/>
        </p:nvSpPr>
        <p:spPr>
          <a:xfrm>
            <a:off x="0" y="-2064"/>
            <a:ext cx="12192000" cy="385594"/>
          </a:xfrm>
          <a:prstGeom prst="rect">
            <a:avLst/>
          </a:prstGeom>
          <a:solidFill>
            <a:srgbClr val="131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907A1E0-EC1B-456A-9113-122FCEC8D05A}"/>
              </a:ext>
            </a:extLst>
          </p:cNvPr>
          <p:cNvSpPr txBox="1"/>
          <p:nvPr userDrawn="1"/>
        </p:nvSpPr>
        <p:spPr>
          <a:xfrm>
            <a:off x="0" y="52831"/>
            <a:ext cx="2059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Webservice - Introduction</a:t>
            </a:r>
            <a:endParaRPr lang="fr-FR" sz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933D293-7536-4199-B9E3-84BBA80E2AF3}"/>
              </a:ext>
            </a:extLst>
          </p:cNvPr>
          <p:cNvSpPr txBox="1"/>
          <p:nvPr userDrawn="1"/>
        </p:nvSpPr>
        <p:spPr>
          <a:xfrm>
            <a:off x="5820019" y="6526703"/>
            <a:ext cx="551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229B192-6592-499F-9C65-752160CB852F}" type="slidenum">
              <a:rPr lang="fr-FR" sz="1200" kern="12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‹N°›</a:t>
            </a:fld>
            <a:endParaRPr lang="fr-FR" sz="1200" kern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2FEC667-FC3F-4958-8A9E-6CC0F5FFC06A}"/>
              </a:ext>
            </a:extLst>
          </p:cNvPr>
          <p:cNvSpPr txBox="1"/>
          <p:nvPr userDrawn="1"/>
        </p:nvSpPr>
        <p:spPr>
          <a:xfrm>
            <a:off x="9790177" y="52233"/>
            <a:ext cx="2401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www.technologies-france.com</a:t>
            </a:r>
          </a:p>
        </p:txBody>
      </p:sp>
    </p:spTree>
    <p:extLst>
      <p:ext uri="{BB962C8B-B14F-4D97-AF65-F5344CB8AC3E}">
        <p14:creationId xmlns:p14="http://schemas.microsoft.com/office/powerpoint/2010/main" val="147983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16.sv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5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hyperlink" Target="http://www.technologies-franc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06C43977-35D7-979E-A836-9003D8821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72192B13-00E5-0D0C-4A18-7BC9F18D7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6168" y="1704488"/>
            <a:ext cx="2579664" cy="3104341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D651DF6F-CFF7-E5AE-5E35-48058BA215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026" y="324272"/>
            <a:ext cx="877014" cy="88587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5C6D9E0F-CF27-FB3C-A3C3-D712C0D4C57D}"/>
              </a:ext>
            </a:extLst>
          </p:cNvPr>
          <p:cNvSpPr txBox="1"/>
          <p:nvPr/>
        </p:nvSpPr>
        <p:spPr>
          <a:xfrm>
            <a:off x="4295473" y="373830"/>
            <a:ext cx="36010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Webservices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0B73C00-C179-7178-3EC8-E4E24D39B2B4}"/>
              </a:ext>
            </a:extLst>
          </p:cNvPr>
          <p:cNvSpPr txBox="1"/>
          <p:nvPr/>
        </p:nvSpPr>
        <p:spPr>
          <a:xfrm>
            <a:off x="4540624" y="5361389"/>
            <a:ext cx="31107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fr-FR" dirty="0"/>
          </a:p>
        </p:txBody>
      </p:sp>
      <p:pic>
        <p:nvPicPr>
          <p:cNvPr id="30" name="Image 29" descr="Une image contenant texte&#10;&#10;Description générée automatiquement">
            <a:extLst>
              <a:ext uri="{FF2B5EF4-FFF2-40B4-BE49-F238E27FC236}">
                <a16:creationId xmlns:a16="http://schemas.microsoft.com/office/drawing/2014/main" id="{52F91B36-9EE6-7B62-E5DD-22C9CCECF6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64" y="368092"/>
            <a:ext cx="877014" cy="88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1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3EA9A9-8DCA-A378-EBB1-2CB3ED059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839" y="937374"/>
            <a:ext cx="2198078" cy="914400"/>
          </a:xfrm>
          <a:prstGeom prst="rect">
            <a:avLst/>
          </a:prstGeom>
        </p:spPr>
      </p:pic>
      <p:pic>
        <p:nvPicPr>
          <p:cNvPr id="3" name="Image 2" descr="Une image contenant clipart, Graphique, conception&#10;&#10;Description générée automatiquement">
            <a:extLst>
              <a:ext uri="{FF2B5EF4-FFF2-40B4-BE49-F238E27FC236}">
                <a16:creationId xmlns:a16="http://schemas.microsoft.com/office/drawing/2014/main" id="{8CB6A1CF-6B1B-467D-B612-07D1E35381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034" y="5205594"/>
            <a:ext cx="760072" cy="742257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120C7955-F940-4FD3-A6C7-167FE2F592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6163" y="5266686"/>
            <a:ext cx="682530" cy="68116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A269EEF-8FCA-AFF2-663C-717AD490B5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5843" y="707764"/>
            <a:ext cx="9106746" cy="4122854"/>
          </a:xfrm>
          <a:prstGeom prst="rect">
            <a:avLst/>
          </a:prstGeom>
        </p:spPr>
      </p:pic>
      <p:pic>
        <p:nvPicPr>
          <p:cNvPr id="13" name="Picture 2" descr="La charte d'usage Qualiopi est en ligne - Centre Inffo">
            <a:extLst>
              <a:ext uri="{FF2B5EF4-FFF2-40B4-BE49-F238E27FC236}">
                <a16:creationId xmlns:a16="http://schemas.microsoft.com/office/drawing/2014/main" id="{A6B7533C-68B6-B276-3232-0B67C42AE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3" t="33072" r="25668" b="37720"/>
          <a:stretch/>
        </p:blipFill>
        <p:spPr bwMode="auto">
          <a:xfrm>
            <a:off x="10048945" y="5205594"/>
            <a:ext cx="1848423" cy="5558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4214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524601C5-9BF3-C17D-418D-CAC10E42D715}"/>
              </a:ext>
            </a:extLst>
          </p:cNvPr>
          <p:cNvSpPr/>
          <p:nvPr/>
        </p:nvSpPr>
        <p:spPr>
          <a:xfrm>
            <a:off x="5424990" y="963862"/>
            <a:ext cx="6679380" cy="264427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578E89D-FD14-462D-5DF6-74F9C592FF35}"/>
              </a:ext>
            </a:extLst>
          </p:cNvPr>
          <p:cNvSpPr/>
          <p:nvPr/>
        </p:nvSpPr>
        <p:spPr>
          <a:xfrm>
            <a:off x="7781661" y="1630399"/>
            <a:ext cx="1828800" cy="1065320"/>
          </a:xfrm>
          <a:prstGeom prst="roundRect">
            <a:avLst/>
          </a:prstGeom>
          <a:solidFill>
            <a:srgbClr val="FAA4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Webservices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7785AFFF-259D-FFE4-98DB-718FCDF4DC75}"/>
              </a:ext>
            </a:extLst>
          </p:cNvPr>
          <p:cNvGrpSpPr/>
          <p:nvPr/>
        </p:nvGrpSpPr>
        <p:grpSpPr>
          <a:xfrm rot="5400000">
            <a:off x="8238861" y="3094760"/>
            <a:ext cx="914400" cy="835410"/>
            <a:chOff x="2025589" y="4134034"/>
            <a:chExt cx="914400" cy="835410"/>
          </a:xfrm>
          <a:solidFill>
            <a:srgbClr val="00292E"/>
          </a:solidFill>
        </p:grpSpPr>
        <p:sp>
          <p:nvSpPr>
            <p:cNvPr id="10" name="Flèche : droite 9">
              <a:extLst>
                <a:ext uri="{FF2B5EF4-FFF2-40B4-BE49-F238E27FC236}">
                  <a16:creationId xmlns:a16="http://schemas.microsoft.com/office/drawing/2014/main" id="{2C9EBB4B-7BE6-E497-9514-4BB9B0A8A56D}"/>
                </a:ext>
              </a:extLst>
            </p:cNvPr>
            <p:cNvSpPr/>
            <p:nvPr/>
          </p:nvSpPr>
          <p:spPr>
            <a:xfrm>
              <a:off x="2025589" y="4134034"/>
              <a:ext cx="914400" cy="369332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Flèche : droite 10">
              <a:extLst>
                <a:ext uri="{FF2B5EF4-FFF2-40B4-BE49-F238E27FC236}">
                  <a16:creationId xmlns:a16="http://schemas.microsoft.com/office/drawing/2014/main" id="{350F1F62-5E87-6FFE-D4E1-E6713B3574DF}"/>
                </a:ext>
              </a:extLst>
            </p:cNvPr>
            <p:cNvSpPr/>
            <p:nvPr/>
          </p:nvSpPr>
          <p:spPr>
            <a:xfrm rot="10800000">
              <a:off x="2025589" y="4600112"/>
              <a:ext cx="914400" cy="369332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9D2F4F4-E839-4F51-0CD4-E8D55FFED5C3}"/>
              </a:ext>
            </a:extLst>
          </p:cNvPr>
          <p:cNvSpPr/>
          <p:nvPr/>
        </p:nvSpPr>
        <p:spPr>
          <a:xfrm>
            <a:off x="7781661" y="4335869"/>
            <a:ext cx="1828800" cy="1331651"/>
          </a:xfrm>
          <a:prstGeom prst="roundRect">
            <a:avLst/>
          </a:prstGeom>
          <a:solidFill>
            <a:srgbClr val="002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Client</a:t>
            </a:r>
          </a:p>
        </p:txBody>
      </p:sp>
      <p:pic>
        <p:nvPicPr>
          <p:cNvPr id="20" name="Graphique 19">
            <a:extLst>
              <a:ext uri="{FF2B5EF4-FFF2-40B4-BE49-F238E27FC236}">
                <a16:creationId xmlns:a16="http://schemas.microsoft.com/office/drawing/2014/main" id="{873407E7-897C-6B77-5CF0-8B626ABA5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710" y="4335869"/>
            <a:ext cx="665279" cy="671999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DFABB330-0122-DDB3-3EF9-71E9FF1E4E07}"/>
              </a:ext>
            </a:extLst>
          </p:cNvPr>
          <p:cNvSpPr txBox="1"/>
          <p:nvPr/>
        </p:nvSpPr>
        <p:spPr>
          <a:xfrm>
            <a:off x="5796894" y="2595029"/>
            <a:ext cx="896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Server</a:t>
            </a:r>
            <a:endParaRPr lang="fr-FR" b="1" dirty="0"/>
          </a:p>
        </p:txBody>
      </p:sp>
      <p:pic>
        <p:nvPicPr>
          <p:cNvPr id="15" name="Image 14" descr="Une image contenant capture d’écran, violet, cercle, violette&#10;&#10;Description générée automatiquement">
            <a:extLst>
              <a:ext uri="{FF2B5EF4-FFF2-40B4-BE49-F238E27FC236}">
                <a16:creationId xmlns:a16="http://schemas.microsoft.com/office/drawing/2014/main" id="{CB547FBE-6FBB-76E0-8395-C4A8003BFE2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711" y="1732878"/>
            <a:ext cx="880771" cy="880771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B19E047A-7476-01BC-5494-58D0C5A218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8108" y="4335869"/>
            <a:ext cx="630855" cy="63085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9A5352F-8C55-A700-4EDD-89172F27A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711" y="5132950"/>
            <a:ext cx="671999" cy="67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que 3">
            <a:extLst>
              <a:ext uri="{FF2B5EF4-FFF2-40B4-BE49-F238E27FC236}">
                <a16:creationId xmlns:a16="http://schemas.microsoft.com/office/drawing/2014/main" id="{E33A97FE-BAF9-C627-25D0-40FBB8CBEC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80102" y="1767790"/>
            <a:ext cx="518209" cy="518209"/>
          </a:xfrm>
          <a:prstGeom prst="rect">
            <a:avLst/>
          </a:prstGeom>
        </p:spPr>
      </p:pic>
      <p:pic>
        <p:nvPicPr>
          <p:cNvPr id="6" name="Graphique 5">
            <a:extLst>
              <a:ext uri="{FF2B5EF4-FFF2-40B4-BE49-F238E27FC236}">
                <a16:creationId xmlns:a16="http://schemas.microsoft.com/office/drawing/2014/main" id="{647E8642-CA33-77B2-1DF6-F906CBBB29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43818" y="1336232"/>
            <a:ext cx="419721" cy="379428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35C1F074-9849-3464-D9D5-7C5800EADB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98691" y="1828925"/>
            <a:ext cx="532699" cy="518210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CC165456-DFC9-7959-852B-4DB4F508BC1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83454" y="2454461"/>
            <a:ext cx="740448" cy="30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05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62F42A4-D0F7-C92C-978C-4ABC3228F2A0}"/>
              </a:ext>
            </a:extLst>
          </p:cNvPr>
          <p:cNvSpPr/>
          <p:nvPr/>
        </p:nvSpPr>
        <p:spPr>
          <a:xfrm>
            <a:off x="333307" y="527882"/>
            <a:ext cx="1828800" cy="824100"/>
          </a:xfrm>
          <a:prstGeom prst="roundRect">
            <a:avLst/>
          </a:prstGeom>
          <a:solidFill>
            <a:srgbClr val="002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Client</a:t>
            </a:r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D5E784AC-6875-8570-6D27-48FAE7EE2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9849" y="650976"/>
            <a:ext cx="659742" cy="666406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40BFD15C-AF24-148F-91D7-973029C919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71107" y="650976"/>
            <a:ext cx="659742" cy="65974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84E55F10-71BD-4921-6C1B-2A07221C9F94}"/>
              </a:ext>
            </a:extLst>
          </p:cNvPr>
          <p:cNvSpPr txBox="1"/>
          <p:nvPr/>
        </p:nvSpPr>
        <p:spPr>
          <a:xfrm>
            <a:off x="5063489" y="828761"/>
            <a:ext cx="31017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Méthodes HTTP</a:t>
            </a:r>
            <a:endParaRPr lang="fr-FR" sz="28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76523F9-2672-D953-C947-CE1B1A830893}"/>
              </a:ext>
            </a:extLst>
          </p:cNvPr>
          <p:cNvSpPr txBox="1"/>
          <p:nvPr/>
        </p:nvSpPr>
        <p:spPr>
          <a:xfrm>
            <a:off x="5063489" y="1665222"/>
            <a:ext cx="694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GET</a:t>
            </a:r>
            <a:r>
              <a:rPr lang="fr-FR" sz="1800" dirty="0"/>
              <a:t> : Utilisée pour récupérer des données d'un serveur. Une requête GET ne modifie pas l'état du serveur, c'est une opération dite </a:t>
            </a:r>
            <a:r>
              <a:rPr lang="fr-FR" sz="1800" i="1" dirty="0"/>
              <a:t>idempotente</a:t>
            </a:r>
            <a:r>
              <a:rPr lang="fr-FR" sz="1800" dirty="0"/>
              <a:t> (répétitive sans conséquence).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E0B52A5-33AC-F0A3-BF3B-30D764911CF8}"/>
              </a:ext>
            </a:extLst>
          </p:cNvPr>
          <p:cNvSpPr txBox="1"/>
          <p:nvPr/>
        </p:nvSpPr>
        <p:spPr>
          <a:xfrm>
            <a:off x="5063489" y="2747348"/>
            <a:ext cx="694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POST</a:t>
            </a:r>
            <a:r>
              <a:rPr lang="fr-FR" sz="1800" dirty="0"/>
              <a:t> : Utilisée pour envoyer des données au serveur, généralement pour créer une nouvelle ressource. Contrairement à GET, POST peut modifier l'état du serveur en créant de nouvelles ressources ou en effectuant des traitements sur les données envoyées.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9B48CCB-F333-58E6-AB8F-7A5D12B5F394}"/>
              </a:ext>
            </a:extLst>
          </p:cNvPr>
          <p:cNvSpPr txBox="1"/>
          <p:nvPr/>
        </p:nvSpPr>
        <p:spPr>
          <a:xfrm>
            <a:off x="5063489" y="4106473"/>
            <a:ext cx="694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PUT</a:t>
            </a:r>
            <a:r>
              <a:rPr lang="fr-FR" sz="1800" dirty="0"/>
              <a:t> : Utilisée pour mettre à jour une ressource existante ou pour en créer une si elle n'existe pas déjà. PUT est également une opération </a:t>
            </a:r>
            <a:r>
              <a:rPr lang="fr-FR" sz="1800" i="1" dirty="0"/>
              <a:t>idempotente</a:t>
            </a:r>
            <a:r>
              <a:rPr lang="fr-FR" sz="1800" dirty="0"/>
              <a:t>.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3FE46F2-152A-66EA-3F73-2875A4AFF7C4}"/>
              </a:ext>
            </a:extLst>
          </p:cNvPr>
          <p:cNvSpPr txBox="1"/>
          <p:nvPr/>
        </p:nvSpPr>
        <p:spPr>
          <a:xfrm>
            <a:off x="5063489" y="5188598"/>
            <a:ext cx="694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DELETE</a:t>
            </a:r>
            <a:r>
              <a:rPr lang="fr-FR" sz="1800" dirty="0"/>
              <a:t> : Utilisée pour supprimer une ressource existante sur le serveur.</a:t>
            </a:r>
          </a:p>
        </p:txBody>
      </p:sp>
    </p:spTree>
    <p:extLst>
      <p:ext uri="{BB962C8B-B14F-4D97-AF65-F5344CB8AC3E}">
        <p14:creationId xmlns:p14="http://schemas.microsoft.com/office/powerpoint/2010/main" val="17430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BD68A135-53FA-2478-E209-A897AAB69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74" y="1038225"/>
            <a:ext cx="8540851" cy="4309784"/>
          </a:xfrm>
          <a:prstGeom prst="rect">
            <a:avLst/>
          </a:prstGeom>
        </p:spPr>
      </p:pic>
      <p:sp>
        <p:nvSpPr>
          <p:cNvPr id="9" name="Flèche : bas 8">
            <a:extLst>
              <a:ext uri="{FF2B5EF4-FFF2-40B4-BE49-F238E27FC236}">
                <a16:creationId xmlns:a16="http://schemas.microsoft.com/office/drawing/2014/main" id="{96184E18-339E-59C9-3A21-0985129CD952}"/>
              </a:ext>
            </a:extLst>
          </p:cNvPr>
          <p:cNvSpPr/>
          <p:nvPr/>
        </p:nvSpPr>
        <p:spPr>
          <a:xfrm rot="1595604">
            <a:off x="9773609" y="2470721"/>
            <a:ext cx="357502" cy="2209178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DEDD00BF-8783-BB62-C517-1179D9FB8A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47166" y="1802611"/>
            <a:ext cx="689370" cy="6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9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E58A52A-A591-43EE-A87F-FF5B31CEFEA6}"/>
              </a:ext>
            </a:extLst>
          </p:cNvPr>
          <p:cNvSpPr/>
          <p:nvPr/>
        </p:nvSpPr>
        <p:spPr>
          <a:xfrm>
            <a:off x="2811710" y="4859426"/>
            <a:ext cx="6182686" cy="317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THE GRAPHICAL DEEP LEARNING LANGUAGE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579427C-6B46-B172-DD00-C05EEF29D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683" y="2746125"/>
            <a:ext cx="3246058" cy="20786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C9D8E6-1EA9-F9A3-0231-0A0F7B421A09}"/>
              </a:ext>
            </a:extLst>
          </p:cNvPr>
          <p:cNvSpPr/>
          <p:nvPr/>
        </p:nvSpPr>
        <p:spPr>
          <a:xfrm>
            <a:off x="-439024" y="3111316"/>
            <a:ext cx="6182686" cy="317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MERCI POUR VOTRE ATTENTION !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D3A9DA-022C-BB51-717B-771F899B8B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85"/>
          <a:stretch/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6ABB82-597B-80B8-BAC9-0DF6A55ABB8C}"/>
              </a:ext>
            </a:extLst>
          </p:cNvPr>
          <p:cNvSpPr/>
          <p:nvPr/>
        </p:nvSpPr>
        <p:spPr>
          <a:xfrm>
            <a:off x="8192199" y="4127381"/>
            <a:ext cx="3498209" cy="117804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E44D5E2-CF4B-49E8-6B6F-98ADE6EE4056}"/>
              </a:ext>
            </a:extLst>
          </p:cNvPr>
          <p:cNvSpPr txBox="1"/>
          <p:nvPr/>
        </p:nvSpPr>
        <p:spPr>
          <a:xfrm>
            <a:off x="8296712" y="4383508"/>
            <a:ext cx="3185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: Youssef Menjour</a:t>
            </a:r>
            <a:br>
              <a:rPr lang="fr-FR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y.menjour@technologies-france.com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990C9-823F-6FE4-8927-74FA277BCF84}"/>
              </a:ext>
            </a:extLst>
          </p:cNvPr>
          <p:cNvSpPr/>
          <p:nvPr/>
        </p:nvSpPr>
        <p:spPr>
          <a:xfrm>
            <a:off x="8192197" y="5331546"/>
            <a:ext cx="3498209" cy="152645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DF6D51D-6649-9730-2B18-763E1B70A8E3}"/>
              </a:ext>
            </a:extLst>
          </p:cNvPr>
          <p:cNvSpPr txBox="1"/>
          <p:nvPr/>
        </p:nvSpPr>
        <p:spPr>
          <a:xfrm>
            <a:off x="8400692" y="5756219"/>
            <a:ext cx="30812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Suivez-nous :</a:t>
            </a:r>
          </a:p>
          <a:p>
            <a:pPr algn="ctr"/>
            <a:r>
              <a:rPr lang="fr-FR" sz="12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www.technologies-france.com</a:t>
            </a:r>
            <a:endParaRPr lang="fr-FR" sz="1200" dirty="0">
              <a:solidFill>
                <a:srgbClr val="1316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2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LinkedIn + </a:t>
            </a:r>
            <a:r>
              <a:rPr lang="fr-FR" sz="1200" dirty="0" err="1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endParaRPr lang="fr-FR" sz="1200" dirty="0">
              <a:solidFill>
                <a:srgbClr val="1316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12628E-BA1C-77B1-1F08-01C36E1F9A1B}"/>
              </a:ext>
            </a:extLst>
          </p:cNvPr>
          <p:cNvSpPr/>
          <p:nvPr/>
        </p:nvSpPr>
        <p:spPr>
          <a:xfrm>
            <a:off x="8192195" y="1354347"/>
            <a:ext cx="3498209" cy="274305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147C42-BFD8-072C-AAAE-B8B6B3B2C5B3}"/>
              </a:ext>
            </a:extLst>
          </p:cNvPr>
          <p:cNvSpPr/>
          <p:nvPr/>
        </p:nvSpPr>
        <p:spPr>
          <a:xfrm>
            <a:off x="8192195" y="-2186"/>
            <a:ext cx="3498209" cy="132654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F14EFDA-EB26-C8DB-AB52-1A995EDE73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792" y="153929"/>
            <a:ext cx="2636927" cy="87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70586</TotalTime>
  <Words>241</Words>
  <Application>Microsoft Office PowerPoint</Application>
  <PresentationFormat>Grand écran</PresentationFormat>
  <Paragraphs>24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Avenir Next LT Pro</vt:lpstr>
      <vt:lpstr>Calibri</vt:lpstr>
      <vt:lpstr>Open Sans</vt:lpstr>
      <vt:lpstr>Conception personnalisée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Aloïs Lien</dc:creator>
  <cp:lastModifiedBy>Youssef Menjour</cp:lastModifiedBy>
  <cp:revision>617</cp:revision>
  <cp:lastPrinted>2019-09-05T08:42:36Z</cp:lastPrinted>
  <dcterms:created xsi:type="dcterms:W3CDTF">2019-05-22T16:03:13Z</dcterms:created>
  <dcterms:modified xsi:type="dcterms:W3CDTF">2024-11-05T18:43:39Z</dcterms:modified>
</cp:coreProperties>
</file>
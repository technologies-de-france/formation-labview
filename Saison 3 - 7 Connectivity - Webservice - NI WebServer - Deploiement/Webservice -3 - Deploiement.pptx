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handoutMasterIdLst>
    <p:handoutMasterId r:id="rId7"/>
  </p:handoutMasterIdLst>
  <p:sldIdLst>
    <p:sldId id="337" r:id="rId2"/>
    <p:sldId id="429" r:id="rId3"/>
    <p:sldId id="494" r:id="rId4"/>
    <p:sldId id="391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2F2F2"/>
    <a:srgbClr val="FFFFFF"/>
    <a:srgbClr val="303030"/>
    <a:srgbClr val="13162A"/>
    <a:srgbClr val="2A1613"/>
    <a:srgbClr val="424242"/>
    <a:srgbClr val="C5161B"/>
    <a:srgbClr val="B3B2B2"/>
    <a:srgbClr val="1D8F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540" autoAdjust="0"/>
  </p:normalViewPr>
  <p:slideViewPr>
    <p:cSldViewPr snapToGrid="0">
      <p:cViewPr varScale="1">
        <p:scale>
          <a:sx n="84" d="100"/>
          <a:sy n="84" d="100"/>
        </p:scale>
        <p:origin x="163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9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2601A92-4F22-6D7F-6C2D-01EEBEE984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5481A6-8230-E2F3-EE68-FBB89C30D2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C0614-433A-4636-8147-8DA2A0094A27}" type="datetimeFigureOut">
              <a:rPr lang="fr-FR" smtClean="0"/>
              <a:t>17/11/2024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F133A1B-8FF4-46A5-F8DD-BF4D982C72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EE9414-3220-507D-CA3F-3B9DDF89B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8FCA5-1245-41E9-9706-A344A4889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936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7D3A4-DA68-4781-A320-4187DDEB23D2}" type="datetimeFigureOut">
              <a:rPr lang="fr-FR" smtClean="0"/>
              <a:t>17/11/2024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F4ED9-BFD2-46DB-930A-08E21053BA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9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Chaine </a:t>
            </a:r>
            <a:r>
              <a:rPr lang="fr-FR" dirty="0" err="1"/>
              <a:t>youtube</a:t>
            </a:r>
            <a:r>
              <a:rPr lang="fr-FR" dirty="0"/>
              <a:t> de technologies de France ou on aborde la programmation sous LabVIEW dans toutes ses formes, Bonne pratique,</a:t>
            </a:r>
            <a:br>
              <a:rPr lang="fr-FR" dirty="0"/>
            </a:br>
            <a:r>
              <a:rPr lang="fr-FR" dirty="0"/>
              <a:t>Formation allant des débutant au expert. L’intégralité des VI sont disponible sur le </a:t>
            </a:r>
            <a:r>
              <a:rPr lang="fr-FR" dirty="0" err="1"/>
              <a:t>Github</a:t>
            </a:r>
            <a:r>
              <a:rPr lang="fr-FR" dirty="0"/>
              <a:t> de technologies de France </a:t>
            </a:r>
            <a:br>
              <a:rPr lang="fr-FR" dirty="0"/>
            </a:br>
            <a:r>
              <a:rPr lang="fr-FR" dirty="0"/>
              <a:t>Vous pouvez également nous suivre sur </a:t>
            </a:r>
            <a:r>
              <a:rPr lang="fr-FR" dirty="0" err="1"/>
              <a:t>Linkedin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21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Nomdela</a:t>
            </a:r>
            <a:r>
              <a:rPr lang="fr-FR" dirty="0"/>
              <a:t> machine \</a:t>
            </a:r>
            <a:r>
              <a:rPr lang="fr-FR" dirty="0" err="1"/>
              <a:t>username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192.168.10.115:3389</a:t>
            </a:r>
            <a:br>
              <a:rPr lang="fr-FR" dirty="0"/>
            </a:br>
            <a:r>
              <a:rPr lang="fr-FR" dirty="0"/>
              <a:t>WIN-J6DH3ITE7VJ\Administrateur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F4ED9-BFD2-46DB-930A-08E21053BA3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581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DA557-6629-4082-8F8A-175FD7D9A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F4500-D31D-4FE6-A267-65867307D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69453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99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01D20E-5D62-68CF-24D5-ACCA2209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0808B4-0EBC-0ADC-4E38-FF91154C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7ED29E-3D49-C2A6-248A-8CC42E67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CF9-EE97-4FF1-BDDD-83098AC1BF3D}" type="datetimeFigureOut">
              <a:rPr lang="fr-FR" smtClean="0"/>
              <a:t>17/11/2024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760BD2-3447-DFE5-6F6E-04B5C1E4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E05046-FD4C-DE95-BA96-8C122B7F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0AF71-5F91-4042-B59A-086748D08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30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7356EA-1477-46BE-B6FD-5DFDC9A93666}"/>
              </a:ext>
            </a:extLst>
          </p:cNvPr>
          <p:cNvSpPr/>
          <p:nvPr userDrawn="1"/>
        </p:nvSpPr>
        <p:spPr>
          <a:xfrm>
            <a:off x="0" y="6472406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FE5498C-86E0-4D1D-96FB-13E77ECDEB71}"/>
              </a:ext>
            </a:extLst>
          </p:cNvPr>
          <p:cNvSpPr txBox="1"/>
          <p:nvPr userDrawn="1"/>
        </p:nvSpPr>
        <p:spPr>
          <a:xfrm>
            <a:off x="8395855" y="6528170"/>
            <a:ext cx="3629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y.menjour@technologies-france.com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824A00-C672-4E54-8C91-9BAC4E36143B}"/>
              </a:ext>
            </a:extLst>
          </p:cNvPr>
          <p:cNvSpPr/>
          <p:nvPr userDrawn="1"/>
        </p:nvSpPr>
        <p:spPr>
          <a:xfrm>
            <a:off x="0" y="-2064"/>
            <a:ext cx="12192000" cy="385594"/>
          </a:xfrm>
          <a:prstGeom prst="rect">
            <a:avLst/>
          </a:prstGeom>
          <a:solidFill>
            <a:srgbClr val="131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907A1E0-EC1B-456A-9113-122FCEC8D05A}"/>
              </a:ext>
            </a:extLst>
          </p:cNvPr>
          <p:cNvSpPr txBox="1"/>
          <p:nvPr userDrawn="1"/>
        </p:nvSpPr>
        <p:spPr>
          <a:xfrm>
            <a:off x="0" y="52831"/>
            <a:ext cx="2256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Webservice – Window Server</a:t>
            </a:r>
            <a:endParaRPr lang="fr-FR" sz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33D293-7536-4199-B9E3-84BBA80E2AF3}"/>
              </a:ext>
            </a:extLst>
          </p:cNvPr>
          <p:cNvSpPr txBox="1"/>
          <p:nvPr userDrawn="1"/>
        </p:nvSpPr>
        <p:spPr>
          <a:xfrm>
            <a:off x="5820019" y="6526703"/>
            <a:ext cx="551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229B192-6592-499F-9C65-752160CB852F}" type="slidenum">
              <a:rPr lang="fr-FR" sz="1200" kern="12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‹N°›</a:t>
            </a:fld>
            <a:endParaRPr lang="fr-FR" sz="1200" kern="1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FEC667-FC3F-4958-8A9E-6CC0F5FFC06A}"/>
              </a:ext>
            </a:extLst>
          </p:cNvPr>
          <p:cNvSpPr txBox="1"/>
          <p:nvPr userDrawn="1"/>
        </p:nvSpPr>
        <p:spPr>
          <a:xfrm>
            <a:off x="9790177" y="52233"/>
            <a:ext cx="2401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www.technologies-france.com</a:t>
            </a:r>
          </a:p>
        </p:txBody>
      </p:sp>
    </p:spTree>
    <p:extLst>
      <p:ext uri="{BB962C8B-B14F-4D97-AF65-F5344CB8AC3E}">
        <p14:creationId xmlns:p14="http://schemas.microsoft.com/office/powerpoint/2010/main" val="147983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hyperlink" Target="http://www.technologies-franc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6C43977-35D7-979E-A836-9003D882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72192B13-00E5-0D0C-4A18-7BC9F18D7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6168" y="1704488"/>
            <a:ext cx="2579664" cy="3104341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D651DF6F-CFF7-E5AE-5E35-48058BA21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026" y="324272"/>
            <a:ext cx="877014" cy="88587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C6D9E0F-CF27-FB3C-A3C3-D712C0D4C57D}"/>
              </a:ext>
            </a:extLst>
          </p:cNvPr>
          <p:cNvSpPr txBox="1"/>
          <p:nvPr/>
        </p:nvSpPr>
        <p:spPr>
          <a:xfrm>
            <a:off x="4394387" y="382487"/>
            <a:ext cx="34032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0B73C00-C179-7178-3EC8-E4E24D39B2B4}"/>
              </a:ext>
            </a:extLst>
          </p:cNvPr>
          <p:cNvSpPr txBox="1"/>
          <p:nvPr/>
        </p:nvSpPr>
        <p:spPr>
          <a:xfrm>
            <a:off x="4499555" y="5346913"/>
            <a:ext cx="34032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Déploiement</a:t>
            </a:r>
            <a:endParaRPr lang="fr-FR" dirty="0"/>
          </a:p>
        </p:txBody>
      </p:sp>
      <p:pic>
        <p:nvPicPr>
          <p:cNvPr id="30" name="Image 29" descr="Une image contenant texte&#10;&#10;Description générée automatiquement">
            <a:extLst>
              <a:ext uri="{FF2B5EF4-FFF2-40B4-BE49-F238E27FC236}">
                <a16:creationId xmlns:a16="http://schemas.microsoft.com/office/drawing/2014/main" id="{52F91B36-9EE6-7B62-E5DD-22C9CCECF6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594" y="382487"/>
            <a:ext cx="882732" cy="88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1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E53EA9A9-8DCA-A378-EBB1-2CB3ED059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839" y="937374"/>
            <a:ext cx="2198078" cy="914400"/>
          </a:xfrm>
          <a:prstGeom prst="rect">
            <a:avLst/>
          </a:prstGeom>
        </p:spPr>
      </p:pic>
      <p:pic>
        <p:nvPicPr>
          <p:cNvPr id="3" name="Image 2" descr="Une image contenant clipart, Graphique, conception&#10;&#10;Description générée automatiquement">
            <a:extLst>
              <a:ext uri="{FF2B5EF4-FFF2-40B4-BE49-F238E27FC236}">
                <a16:creationId xmlns:a16="http://schemas.microsoft.com/office/drawing/2014/main" id="{8CB6A1CF-6B1B-467D-B612-07D1E3538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034" y="5205594"/>
            <a:ext cx="760072" cy="742257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20C7955-F940-4FD3-A6C7-167FE2F592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6163" y="5266686"/>
            <a:ext cx="682530" cy="6811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A269EEF-8FCA-AFF2-663C-717AD490B5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5843" y="707764"/>
            <a:ext cx="9106746" cy="4122854"/>
          </a:xfrm>
          <a:prstGeom prst="rect">
            <a:avLst/>
          </a:prstGeom>
        </p:spPr>
      </p:pic>
      <p:pic>
        <p:nvPicPr>
          <p:cNvPr id="13" name="Picture 2" descr="La charte d'usage Qualiopi est en ligne - Centre Inffo">
            <a:extLst>
              <a:ext uri="{FF2B5EF4-FFF2-40B4-BE49-F238E27FC236}">
                <a16:creationId xmlns:a16="http://schemas.microsoft.com/office/drawing/2014/main" id="{A6B7533C-68B6-B276-3232-0B67C42AE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3" t="33072" r="25668" b="37720"/>
          <a:stretch/>
        </p:blipFill>
        <p:spPr bwMode="auto">
          <a:xfrm>
            <a:off x="10048945" y="5205594"/>
            <a:ext cx="1848423" cy="5558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214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ogo">
            <a:extLst>
              <a:ext uri="{FF2B5EF4-FFF2-40B4-BE49-F238E27FC236}">
                <a16:creationId xmlns:a16="http://schemas.microsoft.com/office/drawing/2014/main" id="{5600DA10-6977-2620-9E70-B628E8F93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627" y="816349"/>
            <a:ext cx="5211150" cy="57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Remote Desktop Protocol (RDP)? | Delinea">
            <a:extLst>
              <a:ext uri="{FF2B5EF4-FFF2-40B4-BE49-F238E27FC236}">
                <a16:creationId xmlns:a16="http://schemas.microsoft.com/office/drawing/2014/main" id="{31576496-352D-CA67-7C0D-677CCE871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160" y="1921193"/>
            <a:ext cx="5776913" cy="254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45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58A52A-A591-43EE-A87F-FF5B31CEFEA6}"/>
              </a:ext>
            </a:extLst>
          </p:cNvPr>
          <p:cNvSpPr/>
          <p:nvPr/>
        </p:nvSpPr>
        <p:spPr>
          <a:xfrm>
            <a:off x="2811710" y="485942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GRAPHICAL DEEP LEARNING LANGUAGE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79427C-6B46-B172-DD00-C05EEF29D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683" y="2746125"/>
            <a:ext cx="3246058" cy="20786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C9D8E6-1EA9-F9A3-0231-0A0F7B421A09}"/>
              </a:ext>
            </a:extLst>
          </p:cNvPr>
          <p:cNvSpPr/>
          <p:nvPr/>
        </p:nvSpPr>
        <p:spPr>
          <a:xfrm>
            <a:off x="-439024" y="3111316"/>
            <a:ext cx="6182686" cy="3176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MERCI POUR VOTRE ATTENTION 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D3A9DA-022C-BB51-717B-771F899B8B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85"/>
          <a:stretch/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6ABB82-597B-80B8-BAC9-0DF6A55ABB8C}"/>
              </a:ext>
            </a:extLst>
          </p:cNvPr>
          <p:cNvSpPr/>
          <p:nvPr/>
        </p:nvSpPr>
        <p:spPr>
          <a:xfrm>
            <a:off x="8192199" y="4127381"/>
            <a:ext cx="3498209" cy="117804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44D5E2-CF4B-49E8-6B6F-98ADE6EE4056}"/>
              </a:ext>
            </a:extLst>
          </p:cNvPr>
          <p:cNvSpPr txBox="1"/>
          <p:nvPr/>
        </p:nvSpPr>
        <p:spPr>
          <a:xfrm>
            <a:off x="8296712" y="4383508"/>
            <a:ext cx="3185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: Youssef Menjour</a:t>
            </a:r>
            <a:br>
              <a:rPr lang="fr-FR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y.menjour@technologies-france.com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990C9-823F-6FE4-8927-74FA277BCF84}"/>
              </a:ext>
            </a:extLst>
          </p:cNvPr>
          <p:cNvSpPr/>
          <p:nvPr/>
        </p:nvSpPr>
        <p:spPr>
          <a:xfrm>
            <a:off x="8192197" y="5331546"/>
            <a:ext cx="3498209" cy="152645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F6D51D-6649-9730-2B18-763E1B70A8E3}"/>
              </a:ext>
            </a:extLst>
          </p:cNvPr>
          <p:cNvSpPr txBox="1"/>
          <p:nvPr/>
        </p:nvSpPr>
        <p:spPr>
          <a:xfrm>
            <a:off x="8400692" y="5756219"/>
            <a:ext cx="30812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Suivez-nous :</a:t>
            </a: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www.technologies-france.com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200" dirty="0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 + </a:t>
            </a:r>
            <a:r>
              <a:rPr lang="fr-FR" sz="1200" dirty="0" err="1">
                <a:solidFill>
                  <a:srgbClr val="1316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endParaRPr lang="fr-FR" sz="1200" dirty="0">
              <a:solidFill>
                <a:srgbClr val="1316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2628E-BA1C-77B1-1F08-01C36E1F9A1B}"/>
              </a:ext>
            </a:extLst>
          </p:cNvPr>
          <p:cNvSpPr/>
          <p:nvPr/>
        </p:nvSpPr>
        <p:spPr>
          <a:xfrm>
            <a:off x="8192195" y="1354347"/>
            <a:ext cx="3498209" cy="274305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47C42-BFD8-072C-AAAE-B8B6B3B2C5B3}"/>
              </a:ext>
            </a:extLst>
          </p:cNvPr>
          <p:cNvSpPr/>
          <p:nvPr/>
        </p:nvSpPr>
        <p:spPr>
          <a:xfrm>
            <a:off x="8192195" y="-2186"/>
            <a:ext cx="3498209" cy="132654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F14EFDA-EB26-C8DB-AB52-1A995EDE7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792" y="153929"/>
            <a:ext cx="2636927" cy="8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63857</TotalTime>
  <Words>96</Words>
  <Application>Microsoft Office PowerPoint</Application>
  <PresentationFormat>Grand écran</PresentationFormat>
  <Paragraphs>12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Avenir Next LT Pro</vt:lpstr>
      <vt:lpstr>Calibri</vt:lpstr>
      <vt:lpstr>Open Sans</vt:lpstr>
      <vt:lpstr>Conception personnalisée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Aloïs Lien</dc:creator>
  <cp:lastModifiedBy>Youssef Menjour</cp:lastModifiedBy>
  <cp:revision>627</cp:revision>
  <cp:lastPrinted>2019-09-05T08:42:36Z</cp:lastPrinted>
  <dcterms:created xsi:type="dcterms:W3CDTF">2019-05-22T16:03:13Z</dcterms:created>
  <dcterms:modified xsi:type="dcterms:W3CDTF">2024-11-17T14:04:43Z</dcterms:modified>
</cp:coreProperties>
</file>